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image" Target="../media/image_fd5d8ea2d71d37bf.png"/>
  <Relationship Id="rId5" Type="http://schemas.openxmlformats.org/officeDocument/2006/relationships/image" Target="../media/image_b9e63bc5fbef4046.png"/>
  <Relationship Id="rId6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33400" y="1066800"/>
            <a:ext cx="11125200" cy="1924050"/>
            <a:chOff x="533400" y="1066800"/>
            <a:chExt cx="11125200" cy="19240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066800"/>
              <a:ext cx="3469631" cy="1924050"/>
              <a:chOff x="533400" y="1066800"/>
              <a:chExt cx="3469631" cy="19240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1924050"/>
              </a:xfrm>
              <a:prstGeom prst="roundRect">
                <a:avLst>
                  <a:gd name="adj" fmla="val 792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066800"/>
                <a:ext cx="76200" cy="1924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93242" y="1283018"/>
                <a:ext cx="22315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93623" y="1643539"/>
                <a:ext cx="20196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nút, Rèm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93623" y="1919764"/>
                <a:ext cx="240708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Actuator, KNOB, .knxprod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800100" y="2400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94385" y="2555081"/>
                <a:ext cx="6470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94104" y="2546985"/>
                <a:ext cx="24089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firmware &amp; kiểm thử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210050" y="1066800"/>
              <a:ext cx="3429000" cy="1924050"/>
              <a:chOff x="4210050" y="1066800"/>
              <a:chExt cx="3429000" cy="19240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210050" y="1066800"/>
                <a:ext cx="3429000" cy="1924050"/>
              </a:xfrm>
              <a:prstGeom prst="roundRect">
                <a:avLst>
                  <a:gd name="adj" fmla="val 792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210050" y="1066800"/>
                <a:ext cx="76200" cy="1924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69892" y="1283018"/>
                <a:ext cx="18888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470273" y="1643539"/>
                <a:ext cx="210439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470273" y="1919764"/>
                <a:ext cx="22027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GA, Coupler, KNX Secure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4476750" y="2400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471035" y="2555081"/>
                <a:ext cx="6470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270754" y="2546985"/>
                <a:ext cx="21017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hiện, đo và xác nhận lỗi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886700" y="1066800"/>
              <a:ext cx="3771900" cy="1924050"/>
              <a:chOff x="7886700" y="1066800"/>
              <a:chExt cx="3771900" cy="19240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886700" y="1066800"/>
                <a:ext cx="3771900" cy="1924050"/>
              </a:xfrm>
              <a:prstGeom prst="roundRect">
                <a:avLst>
                  <a:gd name="adj" fmla="val 792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886700" y="1066800"/>
                <a:ext cx="76200" cy="1924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146542" y="1283018"/>
                <a:ext cx="20702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46923" y="1643539"/>
                <a:ext cx="19924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trình, ETS, Quiz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46923" y="1919764"/>
                <a:ext cx="26504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38176" indent="-138176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Q&amp;A, Topology, hỗ trợ Tester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8153400" y="240030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47685" y="2555081"/>
                <a:ext cx="6470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947404" y="2546985"/>
                <a:ext cx="18268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Tri thức có thể dùng lại</a:t>
                </a:r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527685" y="3212306"/>
            <a:ext cx="37966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12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BẰNG CHỨNG CÔNG VIỆC · TOOL BENCHMARK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533400" y="3505200"/>
            <a:ext cx="11125200" cy="2571750"/>
            <a:chOff x="533400" y="3505200"/>
            <a:chExt cx="11125200" cy="2571750"/>
          </a:xfrm>
        </p:grpSpPr>
        <p:grpSp>
          <p:nvGrpSpPr>
            <p:cNvPr id="42" name="Group 42"/>
            <p:cNvGrpSpPr/>
            <p:nvPr/>
          </p:nvGrpSpPr>
          <p:grpSpPr>
            <a:xfrm>
              <a:off x="533400" y="3505200"/>
              <a:ext cx="3429000" cy="2571750"/>
              <a:chOff x="533400" y="3505200"/>
              <a:chExt cx="3429000" cy="2571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33400" y="3505200"/>
                <a:ext cx="3429000" cy="2571750"/>
              </a:xfrm>
              <a:prstGeom prst="roundRect">
                <a:avLst>
                  <a:gd name="adj" fmla="val 5926"/>
                </a:avLst>
              </a:prstGeom>
              <a:solidFill>
                <a:schemeClr val="lt1"/>
              </a:solidFill>
              <a:ln w="19050">
                <a:solidFill>
                  <a:srgbClr val="B8D8C7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66750" y="3638550"/>
                <a:ext cx="3162300" cy="1581150"/>
              </a:xfrm>
              <a:prstGeom prst="roundRect">
                <a:avLst>
                  <a:gd name="adj" fmla="val 48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37" name="Image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750" y="3669396"/>
                <a:ext cx="3162300" cy="1519459"/>
              </a:xfrm>
              <a:prstGeom prst="rect">
                <a:avLst/>
              </a:prstGeom>
            </p:spPr>
          </p:pic>
          <p:sp>
            <p:nvSpPr>
              <p:cNvPr id="38" name="Ellipse 38"/>
              <p:cNvSpPr/>
              <p:nvPr/>
            </p:nvSpPr>
            <p:spPr>
              <a:xfrm>
                <a:off x="685800" y="5391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85458" y="5471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98423" y="5367814"/>
                <a:ext cx="231666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Bảng điều khiển benchmark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99185" y="5641181"/>
                <a:ext cx="26249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Theo dõi thiết bị và trạng thái test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210050" y="3505200"/>
              <a:ext cx="3429000" cy="2571750"/>
              <a:chOff x="4210050" y="3505200"/>
              <a:chExt cx="3429000" cy="2571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210050" y="3505200"/>
                <a:ext cx="3429000" cy="2571750"/>
              </a:xfrm>
              <a:prstGeom prst="roundRect">
                <a:avLst>
                  <a:gd name="adj" fmla="val 5926"/>
                </a:avLst>
              </a:prstGeom>
              <a:solidFill>
                <a:schemeClr val="lt1"/>
              </a:solidFill>
              <a:ln w="19050">
                <a:solidFill>
                  <a:srgbClr val="B8D8C7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343400" y="3638550"/>
                <a:ext cx="3162300" cy="1581150"/>
              </a:xfrm>
              <a:prstGeom prst="roundRect">
                <a:avLst>
                  <a:gd name="adj" fmla="val 48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45" name="Image 4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400" y="3678994"/>
                <a:ext cx="3162300" cy="1500262"/>
              </a:xfrm>
              <a:prstGeom prst="rect">
                <a:avLst/>
              </a:prstGeom>
            </p:spPr>
          </p:pic>
          <p:sp>
            <p:nvSpPr>
              <p:cNvPr id="46" name="Ellipse 46"/>
              <p:cNvSpPr/>
              <p:nvPr/>
            </p:nvSpPr>
            <p:spPr>
              <a:xfrm>
                <a:off x="4362450" y="5391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462108" y="5471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775073" y="5367814"/>
                <a:ext cx="122232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Tạo test case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775835" y="5641181"/>
                <a:ext cx="24893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Chuẩn hóa dữ liệu đầu vào kiểm thử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7886700" y="3505200"/>
              <a:ext cx="3771900" cy="2571750"/>
              <a:chOff x="7886700" y="3505200"/>
              <a:chExt cx="3771900" cy="25717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7886700" y="3505200"/>
                <a:ext cx="3771900" cy="2571750"/>
              </a:xfrm>
              <a:prstGeom prst="roundRect">
                <a:avLst>
                  <a:gd name="adj" fmla="val 5926"/>
                </a:avLst>
              </a:prstGeom>
              <a:solidFill>
                <a:schemeClr val="lt1"/>
              </a:solidFill>
              <a:ln w="19050">
                <a:solidFill>
                  <a:srgbClr val="B8D8C7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8020050" y="3638550"/>
                <a:ext cx="3505200" cy="1581150"/>
              </a:xfrm>
              <a:prstGeom prst="roundRect">
                <a:avLst>
                  <a:gd name="adj" fmla="val 48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pic>
            <p:nvPicPr>
              <p:cNvPr id="53" name="Image 5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87687" y="3638550"/>
                <a:ext cx="3369926" cy="1581150"/>
              </a:xfrm>
              <a:prstGeom prst="rect">
                <a:avLst/>
              </a:prstGeom>
            </p:spPr>
          </p:pic>
          <p:sp>
            <p:nvSpPr>
              <p:cNvPr id="54" name="Ellipse 54"/>
              <p:cNvSpPr/>
              <p:nvPr/>
            </p:nvSpPr>
            <p:spPr>
              <a:xfrm>
                <a:off x="8039100" y="5391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138758" y="5471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51723" y="5367814"/>
                <a:ext cx="13763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Báo cáo kết quả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52485" y="5641181"/>
                <a:ext cx="28662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Tổng hợp trạng thái và bằng chứng test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2462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KNX: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2026-07-24T13:20:48Z</dcterms:created>
  <dcterms:modified xsi:type="dcterms:W3CDTF">2026-07-24T13:20:48Z</dcterms:modified>
  <cp:category/>
  <cp:contentStatus/>
</cp:coreProperties>
</file>