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519313ef59a5f53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33400" y="1143000"/>
            <a:ext cx="11125200" cy="4286250"/>
            <a:chOff x="533400" y="1143000"/>
            <a:chExt cx="11125200" cy="4286250"/>
          </a:xfrm>
        </p:grpSpPr>
        <p:grpSp>
          <p:nvGrpSpPr>
            <p:cNvPr id="18" name="Group 18"/>
            <p:cNvGrpSpPr/>
            <p:nvPr/>
          </p:nvGrpSpPr>
          <p:grpSpPr>
            <a:xfrm>
              <a:off x="533400" y="1143000"/>
              <a:ext cx="3429000" cy="4286250"/>
              <a:chOff x="533400" y="1143000"/>
              <a:chExt cx="3429000" cy="4286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2862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72390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4847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29868" y="1469708"/>
                <a:ext cx="23825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THIẾT BỊ &amp; FIRMWARE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196072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11911" y="260842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19150" y="3333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1305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3883342"/>
                <a:ext cx="29276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2292" y="41595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cách kiểm thử và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2292" y="4435792"/>
                <a:ext cx="1667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đóng gói sản phẩm.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210050" y="1143000"/>
              <a:ext cx="3429000" cy="4286250"/>
              <a:chOff x="4210050" y="1143000"/>
              <a:chExt cx="3429000" cy="4286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210050" y="1143000"/>
                <a:ext cx="3429000" cy="42862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40055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2512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06518" y="1469708"/>
                <a:ext cx="19635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TOOL &amp; HỆ THỐNG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88561" y="196072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561" y="260842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4495800" y="3333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48970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88942" y="3883342"/>
                <a:ext cx="23097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 lỗi,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88942" y="4159568"/>
                <a:ext cx="223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xác nhận trên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488942" y="4435792"/>
                <a:ext cx="15766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thực tế.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886700" y="1143000"/>
              <a:ext cx="3771900" cy="4286250"/>
              <a:chOff x="7886700" y="1143000"/>
              <a:chExt cx="3771900" cy="4286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886700" y="1143000"/>
                <a:ext cx="3771900" cy="42862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8077200" y="1381125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201773" y="14763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83168" y="1469708"/>
                <a:ext cx="21853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 &amp; ĐÀO TẠO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211" y="196072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65211" y="2608421"/>
                <a:ext cx="283857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Tester/đào tạo nội bộ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8172450" y="3333750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166354" y="3547110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165592" y="3883342"/>
                <a:ext cx="2291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kiến thức kỹ thuật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65592" y="4159568"/>
                <a:ext cx="25035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thành tài sản có thể dùng lại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65592" y="4435792"/>
                <a:ext cx="20946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bàn giao cho đội ngũ.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662364" y="5734050"/>
            <a:ext cx="8089838" cy="514350"/>
            <a:chOff x="662364" y="5734050"/>
            <a:chExt cx="8089838" cy="514350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364" y="5734050"/>
              <a:ext cx="923171" cy="514350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1898142" y="5874068"/>
              <a:ext cx="6854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Một chuỗi đóng góp end-to-end: thiết bị → tool → hệ thống → tri thức dùng lại.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36237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123950"/>
            <a:ext cx="11125200" cy="4533900"/>
            <a:chOff x="533400" y="112395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123950"/>
              <a:ext cx="3429000" cy="2143125"/>
              <a:chOff x="533400" y="112395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2395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351121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740218"/>
                <a:ext cx="23876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2035492"/>
                <a:ext cx="189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330768"/>
                <a:ext cx="19100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123950"/>
              <a:ext cx="3429000" cy="2143125"/>
              <a:chOff x="4210050" y="112395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12395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3511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740218"/>
                <a:ext cx="31097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 thay vì từng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2035492"/>
                <a:ext cx="23462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330768"/>
                <a:ext cx="26004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123950"/>
              <a:ext cx="3771900" cy="2143125"/>
              <a:chOff x="7886700" y="112395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12395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351121"/>
                <a:ext cx="7249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740218"/>
                <a:ext cx="2982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càng sớm càng tốt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2035492"/>
                <a:ext cx="27912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330768"/>
                <a:ext cx="28914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cần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514725"/>
              <a:ext cx="3429000" cy="2143125"/>
              <a:chOff x="533400" y="351472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51472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741896"/>
                <a:ext cx="8946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130992"/>
                <a:ext cx="28155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và lỗi khó tái hiện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426268"/>
                <a:ext cx="28251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Secure, Coupler, download flow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721542"/>
                <a:ext cx="23550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Nhiều thiết bị và phiên bản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514725"/>
              <a:ext cx="3429000" cy="2143125"/>
              <a:chOff x="4210050" y="351472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51472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741896"/>
                <a:ext cx="10748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CÁCH XỬ LÝ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130992"/>
                <a:ext cx="20650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426268"/>
                <a:ext cx="26460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Khoanh vùng theo lớp hệ thống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7215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514725"/>
              <a:ext cx="3771900" cy="2143125"/>
              <a:chOff x="7886700" y="351472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51472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741896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18338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945118" y="4336732"/>
                <a:ext cx="10681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958239"/>
                <a:ext cx="32846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Bao phủ thiết bị, tool, test và đào tạo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104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theo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khả năng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461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hai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53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trống/chưa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1916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459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nguồn và kiểm tra an toàn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Trao đổi yêu cầu nhà máy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 và bảo trì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Đơn giản hóa thao tác vận hành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4005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sử dụng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5008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dễ thay đổi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3738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 cụ thể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275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803005" y="4276725"/>
                <a:ext cx="23677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vòng chỉnh sửa hoàn tất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2026-07-23T14:16:30Z</dcterms:created>
  <dcterms:modified xsi:type="dcterms:W3CDTF">2026-07-23T14:16:30Z</dcterms:modified>
  <cp:category/>
  <cp:contentStatus/>
</cp:coreProperties>
</file>