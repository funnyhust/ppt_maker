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phóng lớn cho thấy bảng điều khiển tập trung, hỗ trợ theo dõi thiết bị và trạng thái benchmark.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Giao diện tạo test case chuẩn hóa dữ liệu đầu vào và giảm thao tác rời rạc trong quá trình kiểm thử.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Báo cáo tổng hợp kết quả pass/fail và bằng chứng test, giúp truy vết và xác nhận đầu 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nạp code gom cấu hình, điều khiển nhiều máy và log vận hành vào một giao diện thống nhất.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Hoàn thành KNX Basic với 91 điểm và được KNX Association công nhận KNX Partner, Partner No. 147063, ngày 31/05/2026.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giao diện phóng lớn minh họa hai vòng chỉnh sửa, ưu tiên độ ổn định, dễ dùng và dễ bảo trì.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d5d8ea2d71d37bf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9e63bc5fbef4046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37076700b99ce05.jp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2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3400" y="1143000"/>
            <a:ext cx="11125200" cy="4095750"/>
            <a:chOff x="533400" y="1143000"/>
            <a:chExt cx="11125200" cy="409575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1143000"/>
              <a:ext cx="3429000" cy="4095750"/>
              <a:chOff x="533400" y="1143000"/>
              <a:chExt cx="34290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11530" y="1409700"/>
                <a:ext cx="2479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1941671"/>
                <a:ext cx="1715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2284571"/>
                <a:ext cx="2191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911" y="2627471"/>
                <a:ext cx="29368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1915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130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2292" y="4092892"/>
                <a:ext cx="2827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2292" y="4388168"/>
                <a:ext cx="2476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chuẩn hóa cách kiểm thử.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10050" y="1143000"/>
              <a:ext cx="3429000" cy="4095750"/>
              <a:chOff x="4210050" y="1143000"/>
              <a:chExt cx="3429000" cy="409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1005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1005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88180" y="1409700"/>
                <a:ext cx="20987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88561" y="1941671"/>
                <a:ext cx="23346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88561" y="2284571"/>
                <a:ext cx="23000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8561" y="2627471"/>
                <a:ext cx="27182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449580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8970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88942" y="4092892"/>
                <a:ext cx="2300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hiện, đo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88942" y="43881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xác nhận lỗi hệ thống.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886700" y="1143000"/>
              <a:ext cx="3771900" cy="4095750"/>
              <a:chOff x="7886700" y="1143000"/>
              <a:chExt cx="3771900" cy="4095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886700" y="1143000"/>
                <a:ext cx="3771900" cy="40957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8867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64830" y="1409700"/>
                <a:ext cx="23003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65211" y="1941671"/>
                <a:ext cx="178977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65211" y="2284571"/>
                <a:ext cx="208114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65211" y="2627471"/>
                <a:ext cx="305830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 và đào tạo nội bộ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172450" y="3476625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1663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5592" y="40928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tri thức kỹ thuật thành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5592" y="4388168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tài sản có thể dùng lại.</a:t>
                </a:r>
              </a:p>
            </p:txBody>
          </p:sp>
        </p:grpSp>
      </p:grpSp>
      <p:sp>
        <p:nvSpPr>
          <p:cNvPr id="40" name="Rectangle 40"/>
          <p:cNvSpPr/>
          <p:nvPr/>
        </p:nvSpPr>
        <p:spPr>
          <a:xfrm>
            <a:off x="533400" y="5524500"/>
            <a:ext cx="11125200" cy="6096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2438" y="5735479"/>
            <a:ext cx="1048712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Các trang tiếp theo phóng lớn từng bằng chứng benchmark để có thể đọc trực tiếp trên màn hình.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3421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Bảng điều khiển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01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39" y="1009650"/>
              <a:ext cx="9911721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844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MỤC ĐÍCH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898" y="5929789"/>
              <a:ext cx="6342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thiết bị, trạng thái test và điều khiển luồng benchmark tập trung.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4129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Tạo test case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02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725" y="1009650"/>
              <a:ext cx="1003855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3273" y="5929789"/>
              <a:ext cx="6860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Chuẩn hóa dữ liệu đầu vào, thao tác tạo và quản lý test case trong cùng một flow.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4304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Báo cáo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03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811" y="1009650"/>
              <a:ext cx="10150379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ĐẦU 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398" y="5929789"/>
              <a:ext cx="6291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hợp trạng thái, kết quả pass/fail và bằng chứng kiểm thử để truy vết.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2462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KNX: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31958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Tool nạp code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28267" y="364331"/>
            <a:ext cx="1374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TOOL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730" y="1009650"/>
              <a:ext cx="904254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GIÁ TRỊ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12773" y="5929789"/>
              <a:ext cx="6756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Gom cấu hình, điều khiển nhiều máy và log vận hành vào một giao diện thống nhất.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7538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Partner — Chứng chỉ &amp; năng lực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877721" y="364331"/>
            <a:ext cx="16758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PASSED · 31/05/2026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876300"/>
            <a:ext cx="4286250" cy="5429250"/>
            <a:chOff x="533400" y="876300"/>
            <a:chExt cx="428625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4286250" cy="542925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150" y="990600"/>
              <a:ext cx="3678750" cy="52006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5086350" y="876300"/>
            <a:ext cx="6572250" cy="5295900"/>
            <a:chOff x="5086350" y="876300"/>
            <a:chExt cx="6572250" cy="5295900"/>
          </a:xfrm>
        </p:grpSpPr>
        <p:sp>
          <p:nvSpPr>
            <p:cNvPr id="9" name="Rectangle 9"/>
            <p:cNvSpPr/>
            <p:nvPr/>
          </p:nvSpPr>
          <p:spPr>
            <a:xfrm>
              <a:off x="5086350" y="876300"/>
              <a:ext cx="6572250" cy="1847850"/>
            </a:xfrm>
            <a:prstGeom prst="roundRect">
              <a:avLst>
                <a:gd name="adj" fmla="val 92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04104" y="1127760"/>
              <a:ext cx="1994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THÀNH TÍCH ĐÀO TẠO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95722" y="1483042"/>
              <a:ext cx="249774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PARTNER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02580" y="2038350"/>
              <a:ext cx="3868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Partner No. 147063 · Nguyễn Văn Dương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810750" y="1371600"/>
              <a:ext cx="15049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65863" y="1534954"/>
              <a:ext cx="7947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86350" y="2952750"/>
              <a:ext cx="6572250" cy="2305050"/>
            </a:xfrm>
            <a:prstGeom prst="roundRect">
              <a:avLst>
                <a:gd name="adj" fmla="val 74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03723" y="3196114"/>
              <a:ext cx="2498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 KHÓA HỌC KNX BASIC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10200" y="3524250"/>
              <a:ext cx="2857500" cy="15240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9730" y="3524250"/>
              <a:ext cx="2378439" cy="15240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652510" y="36195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61273" y="4196239"/>
              <a:ext cx="1487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Lý thuyết: 88,5%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61273" y="4501039"/>
              <a:ext cx="1297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Thực hành: 96%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1273" y="4805839"/>
              <a:ext cx="1764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thành KNX Basic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86350" y="5486400"/>
              <a:ext cx="6572250" cy="685800"/>
            </a:xfrm>
            <a:prstGeom prst="roundRect">
              <a:avLst>
                <a:gd name="adj" fmla="val 22222"/>
              </a:avLst>
            </a:prstGeom>
            <a:solidFill>
              <a:srgbClr val="EE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04485" y="5650706"/>
              <a:ext cx="186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NĂNG LỰC ĐƯỢC XÁC NHẬN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03723" y="5891689"/>
              <a:ext cx="4285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kế · commissioning · chẩn đoán hệ thống KNX.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817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Tool Design — Giao diện vận hành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3332" y="364331"/>
            <a:ext cx="14045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43" y="1009650"/>
              <a:ext cx="9204913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41398" y="5929789"/>
              <a:ext cx="729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tất hai vòng chỉnh sửa, ưu tiên thao tác nhà máy, độ ổn định và khả năng bảo trì.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2026-07-24T13:40:40Z</dcterms:created>
  <dcterms:modified xsi:type="dcterms:W3CDTF">2026-07-24T13:40:40Z</dcterms:modified>
  <cp:category/>
  <cp:contentStatus/>
</cp:coreProperties>
</file>